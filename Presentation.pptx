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Fashion-MNIST Image Augmentation with Restricted Boltzmann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Dataset Link: https://www.kaggle.com/datasets/zalando-research/fashionmnist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Restricted Boltzmann Machine (RBM) for Image Augmentation</a:t>
            </a:r>
          </a:p>
          <a:p>
            <a:r>
              <a:t>Dataset: Fashion-MNIST</a:t>
            </a:r>
          </a:p>
          <a:p>
            <a:r>
              <a:t>Variant: First Half Slice (30,000 images)</a:t>
            </a:r>
          </a:p>
          <a:p>
            <a:r>
              <a:t>Link: https://www.kaggle.com/datasets/zalando-research/fashionmnist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Last-updated date: December 2017 (initial release)</a:t>
            </a:r>
          </a:p>
          <a:p>
            <a:r>
              <a:t>Rows/Records: 30,000 (after slicing first 50%)</a:t>
            </a:r>
          </a:p>
          <a:p>
            <a:r>
              <a:t>Classes: T-shirt/top, Trouser, Pullover, Dress, Coat, Sandal, Shirt, Sneaker, Bag, Ankle boot</a:t>
            </a:r>
          </a:p>
          <a:p>
            <a:r>
              <a:t>Columns/Features: 784 pixels (28x28 grayscale images), plus 1 label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an orchestra tuning instruments: initially discordant, they continuously listen and adjust their pitch based on their neighbors.</a:t>
            </a:r>
          </a:p>
          <a:p>
            <a:r>
              <a:t>Through repeated back-and-forth negotiation, they settle into a stable, harmonious chord.</a:t>
            </a:r>
          </a:p>
          <a:p>
            <a:r>
              <a:t>Similarly, an RBM's interconnected units adjust states based on their neighbors until reaching a 'low-energy', harmonious configuration that perfectly captures the dataset's patterns, allowing it to generate new realistic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Detective (RBM vs. CNN &amp; GAN)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RBM fits better than other architectures:</a:t>
            </a:r>
          </a:p>
          <a:p>
            <a:pPr lvl="1"/>
            <a:r>
              <a:t>1. vs Convolutional Neural Networks (CNN):</a:t>
            </a:r>
          </a:p>
          <a:p>
            <a:pPr lvl="2"/>
            <a:r>
              <a:t>CNNs are discriminative classifiers. RBMs are probabilistic and inherently generative, suited for sampling new augmented images without structural modification.</a:t>
            </a:r>
          </a:p>
          <a:p>
            <a:pPr lvl="1"/>
            <a:r>
              <a:t>2. vs Generative Adversarial Networks (GAN):</a:t>
            </a:r>
          </a:p>
          <a:p>
            <a:pPr lvl="2"/>
            <a:r>
              <a:t>GANs are highly complex, data-hungry, and prone to mode collapse on small subsets. For our 30,000 structurally simple 28x28 grayscale images, an RBM efficiently and stably learns the generative distribution without adversarial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Design (Pipeline Sketch)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➔ Preprocessing ➔ Architecture ➔ Output</a:t>
            </a:r>
          </a:p>
          <a:p>
            <a:pPr lvl="1"/>
            <a:r>
              <a:t>Raw Data: Fashion-MNIST first-half subset (30,000 grayscale 28x28 images, pixel values 0-255).</a:t>
            </a:r>
          </a:p>
          <a:p>
            <a:pPr lvl="1"/>
            <a:r>
              <a:t>Preprocessing: Normalize pixel values to [0,1], optionally binarize, and flatten each 28x28 matrix into a 784-dimensional vector.</a:t>
            </a:r>
          </a:p>
          <a:p>
            <a:pPr lvl="1"/>
            <a:r>
              <a:t>Architecture: Restricted Boltzmann Machine (784 visible units, 256 hidden units), trained via Contrastive Divergence.</a:t>
            </a:r>
          </a:p>
          <a:p>
            <a:pPr lvl="1"/>
            <a:r>
              <a:t>Output: Synthetically augmented 784-dimensional vectors sampled from the RBM, reshaped to 28x28 matrices as new training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 &amp;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Repository:</a:t>
            </a:r>
          </a:p>
          <a:p>
            <a:pPr lvl="1"/>
            <a:r>
              <a:t>https://github.com/YOUR-USERNAME/fashion-mnist-rbm-augmentation</a:t>
            </a:r>
          </a:p>
          <a:p>
            <a:pPr/>
            <a:r>
              <a:t>Live Demo / Project Files:</a:t>
            </a:r>
          </a:p>
          <a:p>
            <a:pPr lvl="1"/>
            <a:r>
              <a:t>Available in the repository (e.g., notebook or script demonstrating the RBM generation).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